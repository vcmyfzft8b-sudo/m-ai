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b0dd15e0834723" /><Relationship Type="http://schemas.openxmlformats.org/officeDocument/2006/relationships/extended-properties" Target="/docProps/app.xml" Id="R0063c845b09e4bf9" /><Relationship Type="http://schemas.openxmlformats.org/officeDocument/2006/relationships/officeDocument" Target="/ppt/presentation.xml" Id="Rcaaf3f5facc947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f58dbed8d450b"/>
  </p:sldMasterIdLst>
  <p:notesMasterIdLst>
    <p:notesMasterId xmlns:r="http://schemas.openxmlformats.org/officeDocument/2006/relationships" r:id="Rd6e32be3d72d449e"/>
  </p:notesMasterIdLst>
  <p:sldIdLst>
    <p:sldId xmlns:r="http://schemas.openxmlformats.org/officeDocument/2006/relationships" id="256" r:id="R662b5d35c15e457b"/>
    <p:sldId xmlns:r="http://schemas.openxmlformats.org/officeDocument/2006/relationships" id="257" r:id="Re1d9785aca1d4765"/>
    <p:sldId xmlns:r="http://schemas.openxmlformats.org/officeDocument/2006/relationships" id="258" r:id="R0a34486334c145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2860a012d4d08" /><Relationship Type="http://schemas.openxmlformats.org/officeDocument/2006/relationships/slideMaster" Target="/ppt/slideMasters/slideMaster1.xml" Id="R48cf58dbed8d450b" /><Relationship Type="http://schemas.openxmlformats.org/officeDocument/2006/relationships/notesMaster" Target="/ppt/notesMasters/notesMaster1.xml" Id="Rd6e32be3d72d449e" /><Relationship Type="http://schemas.openxmlformats.org/officeDocument/2006/relationships/presProps" Target="/ppt/presProps.xml" Id="Rc4faf01646bf4ea4" /><Relationship Type="http://schemas.openxmlformats.org/officeDocument/2006/relationships/tableStyles" Target="/ppt/tableStyles.xml" Id="R95af8819fe1b4643" /><Relationship Type="http://schemas.openxmlformats.org/officeDocument/2006/relationships/slide" Target="/ppt/slides/slide1.xml" Id="R662b5d35c15e457b" /><Relationship Type="http://schemas.openxmlformats.org/officeDocument/2006/relationships/slide" Target="/ppt/slides/slide2.xml" Id="Re1d9785aca1d4765" /><Relationship Type="http://schemas.openxmlformats.org/officeDocument/2006/relationships/slide" Target="/ppt/slides/slide3.xml" Id="R0a34486334c145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df85f6776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6c21023799482a" /><Relationship Type="http://schemas.openxmlformats.org/officeDocument/2006/relationships/notesMaster" Target="/ppt/notesMasters/notesMaster1.xml" Id="Rceead75a2681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6dca915fe4dbb" /><Relationship Type="http://schemas.openxmlformats.org/officeDocument/2006/relationships/notesMaster" Target="/ppt/notesMasters/notesMaster1.xml" Id="R3bae62ce5902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9f23c1b9f54436" /><Relationship Type="http://schemas.openxmlformats.org/officeDocument/2006/relationships/notesMaster" Target="/ppt/notesMasters/notesMaster1.xml" Id="R04b9d6b1d45a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educational material for Memo import testing. No personal data or external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educational material for Memo import testing. No personal data or external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educational material for Memo import testing. No personal data or external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297d5ae724f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99775efb24b83" /><Relationship Type="http://schemas.openxmlformats.org/officeDocument/2006/relationships/slideLayout" Target="/ppt/slideLayouts/slideLayout1.xml" Id="R1f9c7b8e3f04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9c7b8e3f04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68dfc2eb04155" /><Relationship Type="http://schemas.openxmlformats.org/officeDocument/2006/relationships/notesSlide" Target="/ppt/notesSlides/notesSlide1.xml" Id="R02b6a4a3713147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42733518e44e1" /><Relationship Type="http://schemas.openxmlformats.org/officeDocument/2006/relationships/notesSlide" Target="/ppt/notesSlides/notesSlide2.xml" Id="R669ca6e0334b4e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48ecbd3847a1" /><Relationship Type="http://schemas.openxmlformats.org/officeDocument/2006/relationships/notesSlide" Target="/ppt/notesSlides/notesSlide3.xml" Id="R4b36e0bc81f946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00A2D-5102-4484-8B37-5ED48B89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Electric circuits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8D3BF-A197-4B2A-9131-7A75A9A6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continuous closed loop allows electric charge to flow.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battery supplies a potential difference.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Breaking the loop stops steady current.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is measured in amperes; voltage is measured in volts.</a:t>
            </a:r>
          </a:p>
        </p:txBody>
      </p:sp>
    </p:spTree>
    <p:extLst>
      <p:ext uri="{BB962C8B-B14F-4D97-AF65-F5344CB8AC3E}">
        <p14:creationId xmlns:p14="http://schemas.microsoft.com/office/powerpoint/2010/main" val="376773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EBE6B-C3ED-431D-BB57-0A4E37A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Resistance and Ohm’s law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14E14-9B6B-4B78-9C69-50B54889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Resistance describes how strongly a component opposes current.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Resistance is measured in ohms (Ω).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Voltage = current × resistance.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6-ohm resistor carrying 2 amperes has 12 volts across it.</a:t>
            </a:r>
          </a:p>
        </p:txBody>
      </p:sp>
    </p:spTree>
    <p:extLst>
      <p:ext uri="{BB962C8B-B14F-4D97-AF65-F5344CB8AC3E}">
        <p14:creationId xmlns:p14="http://schemas.microsoft.com/office/powerpoint/2010/main" val="1600464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8A612-11D9-4621-900E-620DD526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Series parallel and power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D7A0C-F536-45F6-9C54-853A3E83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series, the same current flows through each component.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Series resistances add: 3 ohms + 6 ohms = 9 ohms.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Parallel branches share the same voltage; current divides.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Power = voltage × current: 12 volts × 2 amperes = 24 watts.</a:t>
            </a:r>
          </a:p>
        </p:txBody>
      </p:sp>
    </p:spTree>
    <p:extLst>
      <p:ext uri="{BB962C8B-B14F-4D97-AF65-F5344CB8AC3E}">
        <p14:creationId xmlns:p14="http://schemas.microsoft.com/office/powerpoint/2010/main" val="130056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2026-09-22T13:38:20.3420000Z</dcterms:created>
  <dcterms:modified xsi:type="dcterms:W3CDTF">2026-09-22T13:38:20.3420000Z</dcterms:modified>
</coreProperties>
</file>